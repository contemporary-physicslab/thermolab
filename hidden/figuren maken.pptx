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AE309-DB91-8A2C-7A61-0197E4A65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714B1-0C0C-E46D-3674-14D6C43ED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678E0-E794-742D-1FC3-68F09ECF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6BE9C-3021-4039-BC5F-4ED126690126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3FCC5-C44F-EDD8-20CF-82813E47E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60CDD-D76C-3B02-2FD1-F56A1858D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5740-7403-44C7-9B44-10E4CB369C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1478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E1D0-9F25-7D05-EEE2-7B93A2EC3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63759-5296-2602-F2B0-1A7D0661F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4C03E-8BC9-86E6-C98A-A4EEE2E5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6BE9C-3021-4039-BC5F-4ED126690126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74E82-77BA-5255-703A-B26E94E1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B10D0-62B0-B7DC-6F91-7329F916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5740-7403-44C7-9B44-10E4CB369C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8097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66BE-E08F-2A81-C220-9D3F5E313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42F05-27B0-F96C-E8E4-30D1521E9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716FC-1091-E95A-1BEC-16BCDCC8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6BE9C-3021-4039-BC5F-4ED126690126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7F9DC-C420-DC07-041E-10E002C03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A424A-A4A5-F072-DA57-801E5E86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5740-7403-44C7-9B44-10E4CB369C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775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8E5DA-6257-2509-E275-0C548A723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52D4A-DCE3-D230-BBB9-D91BE1B4B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D764B-4A4A-F477-27A7-6A1424D9A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0D02D-FABE-D8FD-1BBA-28655D094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6BE9C-3021-4039-BC5F-4ED126690126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E8187-C6BF-B1D7-3661-E8F7C3CF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C6316-EECA-D894-E205-2558C45D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5740-7403-44C7-9B44-10E4CB369C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570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52992-DEFC-29DB-60F8-2B0584C46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FACE1-F39D-AB14-0F98-43479AA8C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DBA91-45A9-5638-B6F7-EB34F0643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AF1059-EFA9-0076-05FE-765F54B62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15B722-362F-203F-D39E-4CD9C844CC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97DA4-2228-5901-A083-6E0946C15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6BE9C-3021-4039-BC5F-4ED126690126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2A0FF-652A-8078-3E2B-58A1E493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A39918-D33F-5BD6-7832-83C51B08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5740-7403-44C7-9B44-10E4CB369C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2357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DE95E-1897-B8E1-43C3-CE5F28F56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640BE-5B94-87A7-4897-9862104D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6BE9C-3021-4039-BC5F-4ED126690126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5ABBF-36BB-8BD4-F8F0-4A68BD1C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3C1C6-692E-3EC1-E26A-FFFF5B7B0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5740-7403-44C7-9B44-10E4CB369C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7341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F5FB93-C6B5-838F-3619-8E71EDED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6BE9C-3021-4039-BC5F-4ED126690126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347C8D-1269-900B-D5A3-3092DF3E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B73A3-D4BE-9A2E-CF52-B0772B4E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5740-7403-44C7-9B44-10E4CB369C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7252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B2BCD-B92F-3C0B-6656-F75687E8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BF21F-D45C-BF22-C8E2-629D78D51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4CEA8-8D6E-B6BB-FD76-2E199CE5C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C3F4F-E3AD-0E73-978F-AD49327CF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6BE9C-3021-4039-BC5F-4ED126690126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85951-4B4C-A2EC-BF4E-B6517E4C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BBF83-329C-85B4-D75A-35A635113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5740-7403-44C7-9B44-10E4CB369C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8769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CAE3-C858-02BC-73DE-35D45D0B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6AEA85-0ADA-36E2-03D5-C01A20D47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137B6-B0B5-03F8-72E0-788BB4F03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C9A74-0459-FC92-2124-26F72878B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6BE9C-3021-4039-BC5F-4ED126690126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9B496-764B-A938-3CDC-6A58E0B0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8CDDB-5A23-620D-1246-45EF65ED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5740-7403-44C7-9B44-10E4CB369C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0976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BF3D-C332-B9DF-D310-929D6914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DAE77-3463-11EB-38D3-08531BA25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51053-5A1C-D218-C612-4D51182F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6BE9C-3021-4039-BC5F-4ED126690126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1F173-672A-40BF-0927-AA0A9F8D9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4F838-CB5A-563E-C9B5-7A770D24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5740-7403-44C7-9B44-10E4CB369C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64348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746E6B-FCEC-C0C4-CFD6-4B57D3132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4C508-0152-A3CE-419C-6DCB4C609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5B0E9-38E9-7B69-BB21-D14085DE7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6BE9C-3021-4039-BC5F-4ED126690126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937CE-FCB2-E79D-A4CF-858BC0B03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56BD-DC11-E36F-1A17-31EBDF1B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5740-7403-44C7-9B44-10E4CB369C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15462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9974FE-3A64-C6FE-1A5B-AB49CBFDF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BF620-6D1D-3133-F9AD-C66FA66C5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70E6E-B5FB-2429-3A73-A59998C5E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6BE9C-3021-4039-BC5F-4ED126690126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56E0C-DC0F-F7B4-68E0-8716B22DE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F8DEA-7B74-BE36-5356-F62AA8B87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55740-7403-44C7-9B44-10E4CB369C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933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23124C3C-70F8-121A-7172-996104218355}"/>
              </a:ext>
            </a:extLst>
          </p:cNvPr>
          <p:cNvGrpSpPr/>
          <p:nvPr/>
        </p:nvGrpSpPr>
        <p:grpSpPr>
          <a:xfrm>
            <a:off x="1127760" y="325120"/>
            <a:ext cx="9672320" cy="6045200"/>
            <a:chOff x="1127760" y="325120"/>
            <a:chExt cx="9672320" cy="6045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06C671-FA02-4AEA-0227-808307BC3A21}"/>
                </a:ext>
              </a:extLst>
            </p:cNvPr>
            <p:cNvSpPr/>
            <p:nvPr/>
          </p:nvSpPr>
          <p:spPr>
            <a:xfrm>
              <a:off x="1127760" y="32512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68FC84-3E7D-05C3-2D08-DDAFF4C8C400}"/>
                </a:ext>
              </a:extLst>
            </p:cNvPr>
            <p:cNvSpPr/>
            <p:nvPr/>
          </p:nvSpPr>
          <p:spPr>
            <a:xfrm>
              <a:off x="2336800" y="32512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CED85A-783C-D3E1-8077-32D3C36A1D08}"/>
                </a:ext>
              </a:extLst>
            </p:cNvPr>
            <p:cNvSpPr/>
            <p:nvPr/>
          </p:nvSpPr>
          <p:spPr>
            <a:xfrm>
              <a:off x="3545840" y="32512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378BACA-3156-8CF2-9282-FB82EA58591E}"/>
                </a:ext>
              </a:extLst>
            </p:cNvPr>
            <p:cNvSpPr/>
            <p:nvPr/>
          </p:nvSpPr>
          <p:spPr>
            <a:xfrm>
              <a:off x="4754880" y="32512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26C507A-3BBD-6DB3-BEE5-E1E5EE8A176D}"/>
                </a:ext>
              </a:extLst>
            </p:cNvPr>
            <p:cNvSpPr/>
            <p:nvPr/>
          </p:nvSpPr>
          <p:spPr>
            <a:xfrm>
              <a:off x="5963920" y="32512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0FB4615-75C7-16A5-B1B3-53759D3BD0BC}"/>
                </a:ext>
              </a:extLst>
            </p:cNvPr>
            <p:cNvSpPr/>
            <p:nvPr/>
          </p:nvSpPr>
          <p:spPr>
            <a:xfrm>
              <a:off x="7172960" y="32512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66A283-87D9-EBB2-74F3-EFD60E378E54}"/>
                </a:ext>
              </a:extLst>
            </p:cNvPr>
            <p:cNvSpPr/>
            <p:nvPr/>
          </p:nvSpPr>
          <p:spPr>
            <a:xfrm>
              <a:off x="8382000" y="32512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135EAC-1D9F-B0B9-790F-B8C5BA08B99C}"/>
                </a:ext>
              </a:extLst>
            </p:cNvPr>
            <p:cNvSpPr/>
            <p:nvPr/>
          </p:nvSpPr>
          <p:spPr>
            <a:xfrm>
              <a:off x="9591040" y="32512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955F090-F2B1-44F8-085E-C0FA1FFC3080}"/>
                </a:ext>
              </a:extLst>
            </p:cNvPr>
            <p:cNvSpPr/>
            <p:nvPr/>
          </p:nvSpPr>
          <p:spPr>
            <a:xfrm>
              <a:off x="1127760" y="153416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96BF7E-746B-C0CB-5FF0-CDBC880BEDD2}"/>
                </a:ext>
              </a:extLst>
            </p:cNvPr>
            <p:cNvSpPr/>
            <p:nvPr/>
          </p:nvSpPr>
          <p:spPr>
            <a:xfrm>
              <a:off x="2336800" y="153416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0A669E5-C201-F51A-9895-5A26C672681B}"/>
                </a:ext>
              </a:extLst>
            </p:cNvPr>
            <p:cNvSpPr/>
            <p:nvPr/>
          </p:nvSpPr>
          <p:spPr>
            <a:xfrm>
              <a:off x="3545840" y="1534160"/>
              <a:ext cx="1209040" cy="120904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0A3F179-6729-911A-FC6F-4F6C3D0D77A4}"/>
                </a:ext>
              </a:extLst>
            </p:cNvPr>
            <p:cNvSpPr/>
            <p:nvPr/>
          </p:nvSpPr>
          <p:spPr>
            <a:xfrm>
              <a:off x="4754880" y="1534160"/>
              <a:ext cx="1209040" cy="120904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85491E-68C3-006F-681C-085C52395A82}"/>
                </a:ext>
              </a:extLst>
            </p:cNvPr>
            <p:cNvSpPr/>
            <p:nvPr/>
          </p:nvSpPr>
          <p:spPr>
            <a:xfrm>
              <a:off x="5963920" y="1534160"/>
              <a:ext cx="1209040" cy="120904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A829689-B507-F09A-A3CE-541A9942034C}"/>
                </a:ext>
              </a:extLst>
            </p:cNvPr>
            <p:cNvSpPr/>
            <p:nvPr/>
          </p:nvSpPr>
          <p:spPr>
            <a:xfrm>
              <a:off x="7172960" y="153416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DD83A79-2472-8C11-C81D-1C669D3B0FC6}"/>
                </a:ext>
              </a:extLst>
            </p:cNvPr>
            <p:cNvSpPr/>
            <p:nvPr/>
          </p:nvSpPr>
          <p:spPr>
            <a:xfrm>
              <a:off x="8382000" y="153416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45052B-C6C5-0189-20D2-241487F11C96}"/>
                </a:ext>
              </a:extLst>
            </p:cNvPr>
            <p:cNvSpPr/>
            <p:nvPr/>
          </p:nvSpPr>
          <p:spPr>
            <a:xfrm>
              <a:off x="9591040" y="153416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190D796-11B6-4863-8670-C644A9ADB13A}"/>
                </a:ext>
              </a:extLst>
            </p:cNvPr>
            <p:cNvSpPr/>
            <p:nvPr/>
          </p:nvSpPr>
          <p:spPr>
            <a:xfrm>
              <a:off x="1127760" y="274320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02BBE62-DFD1-4457-B23C-6ACD8F9099AC}"/>
                </a:ext>
              </a:extLst>
            </p:cNvPr>
            <p:cNvSpPr/>
            <p:nvPr/>
          </p:nvSpPr>
          <p:spPr>
            <a:xfrm>
              <a:off x="2336800" y="274320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54959C9-1CA5-D204-D922-3C242158A0A7}"/>
                </a:ext>
              </a:extLst>
            </p:cNvPr>
            <p:cNvSpPr/>
            <p:nvPr/>
          </p:nvSpPr>
          <p:spPr>
            <a:xfrm>
              <a:off x="3545840" y="2743200"/>
              <a:ext cx="1209040" cy="120904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24DB04C-E761-AB57-A3CD-11D46A141134}"/>
                </a:ext>
              </a:extLst>
            </p:cNvPr>
            <p:cNvSpPr/>
            <p:nvPr/>
          </p:nvSpPr>
          <p:spPr>
            <a:xfrm>
              <a:off x="4754880" y="2743200"/>
              <a:ext cx="1209040" cy="120904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1E37A2C-77CC-A36F-B324-3E49175058D5}"/>
                </a:ext>
              </a:extLst>
            </p:cNvPr>
            <p:cNvSpPr/>
            <p:nvPr/>
          </p:nvSpPr>
          <p:spPr>
            <a:xfrm>
              <a:off x="5963920" y="2743200"/>
              <a:ext cx="1209040" cy="120904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0EA0DD2-9080-6850-B540-627C2963271A}"/>
                </a:ext>
              </a:extLst>
            </p:cNvPr>
            <p:cNvSpPr/>
            <p:nvPr/>
          </p:nvSpPr>
          <p:spPr>
            <a:xfrm>
              <a:off x="7172960" y="274320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CB8CD70-D218-2838-31F4-CC0EFEE4AF44}"/>
                </a:ext>
              </a:extLst>
            </p:cNvPr>
            <p:cNvSpPr/>
            <p:nvPr/>
          </p:nvSpPr>
          <p:spPr>
            <a:xfrm>
              <a:off x="8382000" y="274320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32BFF26-3A67-C29F-694F-B6FEC696201A}"/>
                </a:ext>
              </a:extLst>
            </p:cNvPr>
            <p:cNvSpPr/>
            <p:nvPr/>
          </p:nvSpPr>
          <p:spPr>
            <a:xfrm>
              <a:off x="9591040" y="274320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1542AD9-BBFA-B2EF-EFC4-FC39E0AE6480}"/>
                </a:ext>
              </a:extLst>
            </p:cNvPr>
            <p:cNvSpPr/>
            <p:nvPr/>
          </p:nvSpPr>
          <p:spPr>
            <a:xfrm>
              <a:off x="1127760" y="395224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94F309D-1149-EEEB-1A7A-3612DB4D9103}"/>
                </a:ext>
              </a:extLst>
            </p:cNvPr>
            <p:cNvSpPr/>
            <p:nvPr/>
          </p:nvSpPr>
          <p:spPr>
            <a:xfrm>
              <a:off x="2336800" y="395224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CAD0C1F-5931-F53F-2793-E2411D9CDF8F}"/>
                </a:ext>
              </a:extLst>
            </p:cNvPr>
            <p:cNvSpPr/>
            <p:nvPr/>
          </p:nvSpPr>
          <p:spPr>
            <a:xfrm>
              <a:off x="3545840" y="3952240"/>
              <a:ext cx="1209040" cy="120904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48AA2F4-3873-56AB-593D-7C6FD7331471}"/>
                </a:ext>
              </a:extLst>
            </p:cNvPr>
            <p:cNvSpPr/>
            <p:nvPr/>
          </p:nvSpPr>
          <p:spPr>
            <a:xfrm>
              <a:off x="4754880" y="3952240"/>
              <a:ext cx="1209040" cy="120904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005431E-09E7-C889-8B48-7A0FC310463E}"/>
                </a:ext>
              </a:extLst>
            </p:cNvPr>
            <p:cNvSpPr/>
            <p:nvPr/>
          </p:nvSpPr>
          <p:spPr>
            <a:xfrm>
              <a:off x="5963920" y="3952240"/>
              <a:ext cx="1209040" cy="120904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5AABB72-735E-D4BD-5321-01BF8FE112F9}"/>
                </a:ext>
              </a:extLst>
            </p:cNvPr>
            <p:cNvSpPr/>
            <p:nvPr/>
          </p:nvSpPr>
          <p:spPr>
            <a:xfrm>
              <a:off x="7172960" y="395224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36D78EC-6E20-2351-1728-14079F6C06F7}"/>
                </a:ext>
              </a:extLst>
            </p:cNvPr>
            <p:cNvSpPr/>
            <p:nvPr/>
          </p:nvSpPr>
          <p:spPr>
            <a:xfrm>
              <a:off x="8382000" y="395224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ABE686E-4D72-DA66-0FB4-037F0C0FA7DF}"/>
                </a:ext>
              </a:extLst>
            </p:cNvPr>
            <p:cNvSpPr/>
            <p:nvPr/>
          </p:nvSpPr>
          <p:spPr>
            <a:xfrm>
              <a:off x="9591040" y="395224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C860819-22B9-3AE7-7663-34B8AD5E7759}"/>
                </a:ext>
              </a:extLst>
            </p:cNvPr>
            <p:cNvSpPr/>
            <p:nvPr/>
          </p:nvSpPr>
          <p:spPr>
            <a:xfrm>
              <a:off x="1127760" y="516128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E0DE785-2F09-90F3-2512-8517C82D5C48}"/>
                </a:ext>
              </a:extLst>
            </p:cNvPr>
            <p:cNvSpPr/>
            <p:nvPr/>
          </p:nvSpPr>
          <p:spPr>
            <a:xfrm>
              <a:off x="2336800" y="516128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F7ED099-3AE1-353E-CFE1-D524FD9E0864}"/>
                </a:ext>
              </a:extLst>
            </p:cNvPr>
            <p:cNvSpPr/>
            <p:nvPr/>
          </p:nvSpPr>
          <p:spPr>
            <a:xfrm>
              <a:off x="3545840" y="516128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BC36023-B439-BC1D-4831-4EE085FE502C}"/>
                </a:ext>
              </a:extLst>
            </p:cNvPr>
            <p:cNvSpPr/>
            <p:nvPr/>
          </p:nvSpPr>
          <p:spPr>
            <a:xfrm>
              <a:off x="4754880" y="516128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92656D1-A3AE-413F-A7BB-B6F7DE5E216A}"/>
                </a:ext>
              </a:extLst>
            </p:cNvPr>
            <p:cNvSpPr/>
            <p:nvPr/>
          </p:nvSpPr>
          <p:spPr>
            <a:xfrm>
              <a:off x="5963920" y="516128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240A10E-96EA-5425-ED55-9A55A2CA795F}"/>
                </a:ext>
              </a:extLst>
            </p:cNvPr>
            <p:cNvSpPr/>
            <p:nvPr/>
          </p:nvSpPr>
          <p:spPr>
            <a:xfrm>
              <a:off x="7172960" y="516128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6A7A6C7-AE54-2ED9-BF7A-FE3D2068F37D}"/>
                </a:ext>
              </a:extLst>
            </p:cNvPr>
            <p:cNvSpPr/>
            <p:nvPr/>
          </p:nvSpPr>
          <p:spPr>
            <a:xfrm>
              <a:off x="8382000" y="516128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04745FA-5229-91E1-F066-A6E447A38E6F}"/>
                </a:ext>
              </a:extLst>
            </p:cNvPr>
            <p:cNvSpPr/>
            <p:nvPr/>
          </p:nvSpPr>
          <p:spPr>
            <a:xfrm>
              <a:off x="9591040" y="5161280"/>
              <a:ext cx="1209040" cy="1209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49D570F-4D77-3DED-5B54-53BBE0BAA827}"/>
                </a:ext>
              </a:extLst>
            </p:cNvPr>
            <p:cNvSpPr/>
            <p:nvPr/>
          </p:nvSpPr>
          <p:spPr>
            <a:xfrm>
              <a:off x="8514080" y="457200"/>
              <a:ext cx="944880" cy="94488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312F832-8C76-ABFF-4F99-6B0FED400792}"/>
                </a:ext>
              </a:extLst>
            </p:cNvPr>
            <p:cNvSpPr/>
            <p:nvPr/>
          </p:nvSpPr>
          <p:spPr>
            <a:xfrm>
              <a:off x="3677920" y="2875280"/>
              <a:ext cx="944880" cy="94488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A827672-26CF-8A59-DCA0-E9DD3F79A3D3}"/>
                </a:ext>
              </a:extLst>
            </p:cNvPr>
            <p:cNvSpPr/>
            <p:nvPr/>
          </p:nvSpPr>
          <p:spPr>
            <a:xfrm>
              <a:off x="4886960" y="2875280"/>
              <a:ext cx="944880" cy="94488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F0E899C-6FA7-A2D0-E96F-B5F0E9F2F96C}"/>
                </a:ext>
              </a:extLst>
            </p:cNvPr>
            <p:cNvSpPr/>
            <p:nvPr/>
          </p:nvSpPr>
          <p:spPr>
            <a:xfrm>
              <a:off x="9723120" y="5323840"/>
              <a:ext cx="944880" cy="94488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C832620-6DEB-329A-1706-DCF64DE1B75A}"/>
                </a:ext>
              </a:extLst>
            </p:cNvPr>
            <p:cNvSpPr/>
            <p:nvPr/>
          </p:nvSpPr>
          <p:spPr>
            <a:xfrm>
              <a:off x="2468880" y="5293360"/>
              <a:ext cx="944880" cy="94488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2302061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Freek Pols</dc:creator>
  <cp:lastModifiedBy>Freek Pols</cp:lastModifiedBy>
  <cp:revision>2</cp:revision>
  <dcterms:created xsi:type="dcterms:W3CDTF">2025-11-06T10:08:43Z</dcterms:created>
  <dcterms:modified xsi:type="dcterms:W3CDTF">2025-11-06T10:45:28Z</dcterms:modified>
</cp:coreProperties>
</file>